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279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536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946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665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447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02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14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888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803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94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7760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6869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299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304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0553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045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91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02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Personal Portfolio Website -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full-stack project using React (Frontend), Django REST API (Backend), and MySQL Database.</a:t>
            </a:r>
          </a:p>
          <a:p>
            <a:r>
              <a:t>Based on detailed explanation provided. fileciteturn0file0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Client: React (Port 3000)</a:t>
            </a:r>
          </a:p>
          <a:p>
            <a:r>
              <a:t>• Server: Django REST Framework (Port 8000)</a:t>
            </a:r>
          </a:p>
          <a:p>
            <a:r>
              <a:t>• Database: MySQL</a:t>
            </a:r>
          </a:p>
          <a:p>
            <a:r>
              <a:t>• Communication: REST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Backend: Django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manage.py: Entry point</a:t>
            </a:r>
          </a:p>
          <a:p>
            <a:r>
              <a:t>• settings.py: DB config, CORS, Installed Apps</a:t>
            </a:r>
          </a:p>
          <a:p>
            <a:r>
              <a:t>• Models: Project, About, ContactMessage</a:t>
            </a:r>
          </a:p>
          <a:p>
            <a:r>
              <a:t>• Serializers: Convert models → JSON</a:t>
            </a:r>
          </a:p>
          <a:p>
            <a:r>
              <a:t>• ViewSets: Handle API logic</a:t>
            </a:r>
          </a:p>
          <a:p>
            <a:r>
              <a:t>• URLs: Router generates endpoints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Django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Model:</a:t>
            </a:r>
          </a:p>
          <a:p>
            <a:r>
              <a:t>• title, description, technologies, image, github_url</a:t>
            </a:r>
          </a:p>
          <a:p>
            <a:r>
              <a:t>About Model:</a:t>
            </a:r>
          </a:p>
          <a:p>
            <a:r>
              <a:t>• title, description, skills, experience_years</a:t>
            </a:r>
          </a:p>
          <a:p>
            <a:r>
              <a:t>ContactMessage:</a:t>
            </a:r>
          </a:p>
          <a:p>
            <a:r>
              <a:t>• name, email, subject, message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Architecture (React)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index.js → App rendered</a:t>
            </a:r>
          </a:p>
          <a:p>
            <a:r>
              <a:t>• App.js → Routing setup</a:t>
            </a:r>
          </a:p>
          <a:p>
            <a:r>
              <a:t>• Components: Home, About, Projects, Contact, Navbar, Footer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Navbar:</a:t>
            </a:r>
          </a:p>
          <a:p>
            <a:r>
              <a:t>• Scroll detection, active links, mobile menu</a:t>
            </a:r>
          </a:p>
          <a:p>
            <a:r>
              <a:t>Home:</a:t>
            </a:r>
          </a:p>
          <a:p>
            <a:r>
              <a:t>• Typing animation, floating shapes</a:t>
            </a:r>
          </a:p>
          <a:p>
            <a:r>
              <a:t>About:</a:t>
            </a:r>
          </a:p>
          <a:p>
            <a:r>
              <a:t>• Fetches data via API</a:t>
            </a:r>
          </a:p>
          <a:p>
            <a:r>
              <a:t>Projects:</a:t>
            </a:r>
          </a:p>
          <a:p>
            <a:r>
              <a:t>• Loads all projects from API</a:t>
            </a:r>
          </a:p>
          <a:p>
            <a:r>
              <a:t>Contact:</a:t>
            </a:r>
          </a:p>
          <a:p>
            <a:r>
              <a:t>• POST form to backend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Hooks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useState: Manage UI data</a:t>
            </a:r>
          </a:p>
          <a:p>
            <a:r>
              <a:t>• useEffect: API calls, animations</a:t>
            </a:r>
          </a:p>
          <a:p>
            <a:r>
              <a:t>• useLocation: Active route detection</a:t>
            </a:r>
          </a:p>
          <a:p>
            <a:r>
              <a:t>• Event handlers: onClick, onSubmit, onChange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Styling &amp; Animations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CSS variables for theme</a:t>
            </a:r>
          </a:p>
          <a:p>
            <a:r>
              <a:t>• Media queries for responsiveness</a:t>
            </a:r>
          </a:p>
          <a:p>
            <a:r>
              <a:t>• Keyframe animations for UI smoothness</a:t>
            </a:r>
          </a:p>
          <a:p>
            <a:r>
              <a:t>• Hover effects for project cards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Flow: Contact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enters data</a:t>
            </a:r>
          </a:p>
          <a:p>
            <a:r>
              <a:t>2. React state updates</a:t>
            </a:r>
          </a:p>
          <a:p>
            <a:r>
              <a:t>3. axios.post('/api/contact/')</a:t>
            </a:r>
          </a:p>
          <a:p>
            <a:r>
              <a:t>4. Django validates and stores</a:t>
            </a:r>
          </a:p>
          <a:p>
            <a:r>
              <a:t>5. Response sent</a:t>
            </a:r>
          </a:p>
          <a:p>
            <a:r>
              <a:t>6. React shows success message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Flow: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Component loads</a:t>
            </a:r>
          </a:p>
          <a:p>
            <a:r>
              <a:t>2. axios.get('/api/projects/')</a:t>
            </a:r>
          </a:p>
          <a:p>
            <a:r>
              <a:t>3. Django queries DB</a:t>
            </a:r>
          </a:p>
          <a:p>
            <a:r>
              <a:t>4. Serializer → JSON</a:t>
            </a:r>
          </a:p>
          <a:p>
            <a:r>
              <a:t>5. React updates state</a:t>
            </a:r>
          </a:p>
          <a:p>
            <a:r>
              <a:t>6. Projects rendered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CORS restricted</a:t>
            </a:r>
          </a:p>
          <a:p>
            <a:r>
              <a:t>• CSRF protection</a:t>
            </a:r>
          </a:p>
          <a:p>
            <a:r>
              <a:t>• Sensitive data via .env</a:t>
            </a:r>
          </a:p>
          <a:p>
            <a:r>
              <a:t>• Public API endpoints read-only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Tables:</a:t>
            </a:r>
          </a:p>
          <a:p>
            <a:r>
              <a:t>• Project</a:t>
            </a:r>
          </a:p>
          <a:p>
            <a:r>
              <a:t>• About</a:t>
            </a:r>
          </a:p>
          <a:p>
            <a:r>
              <a:t>• ContactMessage</a:t>
            </a:r>
          </a:p>
          <a:p>
            <a:r>
              <a:t>Each with timestamps, text fields, and media fields.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Lazy loading (optional)</a:t>
            </a:r>
          </a:p>
          <a:p>
            <a:r>
              <a:t>• Efficient re-rendering</a:t>
            </a:r>
          </a:p>
          <a:p>
            <a:r>
              <a:t>• Django query optimization</a:t>
            </a:r>
          </a:p>
          <a:p>
            <a:r>
              <a:t>• Pagination for scalability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a well-structured full‑stack application using modern tools, REST architecture, responsive UI, and secure backend systems.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</TotalTime>
  <Words>450</Words>
  <Application>Microsoft Office PowerPoint</Application>
  <PresentationFormat>On-screen Show (4:3)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Garamond</vt:lpstr>
      <vt:lpstr>Organic</vt:lpstr>
      <vt:lpstr>Personal Portfolio Website - Project Overview</vt:lpstr>
      <vt:lpstr>Architecture Overview</vt:lpstr>
      <vt:lpstr>Backend: Django Setup</vt:lpstr>
      <vt:lpstr>Key Django Models</vt:lpstr>
      <vt:lpstr>Frontend Architecture (React)</vt:lpstr>
      <vt:lpstr>React Components</vt:lpstr>
      <vt:lpstr>React Hooks Used</vt:lpstr>
      <vt:lpstr>Styling &amp; Animations</vt:lpstr>
      <vt:lpstr>Data Flow: Contact Form</vt:lpstr>
      <vt:lpstr>Data Flow: Projects</vt:lpstr>
      <vt:lpstr>Security Features</vt:lpstr>
      <vt:lpstr>Database Schema Summary</vt:lpstr>
      <vt:lpstr>Performance Considerations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d.t.sripriya</dc:creator>
  <cp:keywords/>
  <dc:description>generated using python-pptx</dc:description>
  <cp:lastModifiedBy>sripriya8008@gmail.com</cp:lastModifiedBy>
  <cp:revision>2</cp:revision>
  <dcterms:created xsi:type="dcterms:W3CDTF">2013-01-27T09:14:16Z</dcterms:created>
  <dcterms:modified xsi:type="dcterms:W3CDTF">2025-11-27T19:43:04Z</dcterms:modified>
  <cp:category/>
</cp:coreProperties>
</file>